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9B6-D92B-4B9A-B579-C8EB246960F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66C52-62F6-434C-A8F5-56EAB30B0C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98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9B6-D92B-4B9A-B579-C8EB246960F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66C52-62F6-434C-A8F5-56EAB30B0C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244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9B6-D92B-4B9A-B579-C8EB246960F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66C52-62F6-434C-A8F5-56EAB30B0C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34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9B6-D92B-4B9A-B579-C8EB246960F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66C52-62F6-434C-A8F5-56EAB30B0C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29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9B6-D92B-4B9A-B579-C8EB246960F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66C52-62F6-434C-A8F5-56EAB30B0C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88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9B6-D92B-4B9A-B579-C8EB246960F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66C52-62F6-434C-A8F5-56EAB30B0C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30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9B6-D92B-4B9A-B579-C8EB246960F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66C52-62F6-434C-A8F5-56EAB30B0C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49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9B6-D92B-4B9A-B579-C8EB246960F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66C52-62F6-434C-A8F5-56EAB30B0C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27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9B6-D92B-4B9A-B579-C8EB246960F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66C52-62F6-434C-A8F5-56EAB30B0C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71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9B6-D92B-4B9A-B579-C8EB246960F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66C52-62F6-434C-A8F5-56EAB30B0C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8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9B6-D92B-4B9A-B579-C8EB246960F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66C52-62F6-434C-A8F5-56EAB30B0C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14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779B6-D92B-4B9A-B579-C8EB246960F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66C52-62F6-434C-A8F5-56EAB30B0C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35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481263" y="-128921"/>
            <a:ext cx="9144000" cy="2387600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 ПРИНЦИПЫ ПОСТРОЕНИЕ СЕТЕЙ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396760" y="5758139"/>
            <a:ext cx="9144000" cy="1655762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СДЕЛАЛ – Евгений Белевитин</a:t>
            </a:r>
            <a:endParaRPr lang="ru-RU" sz="4000" b="1" dirty="0"/>
          </a:p>
        </p:txBody>
      </p:sp>
      <p:pic>
        <p:nvPicPr>
          <p:cNvPr id="2050" name="Picture 2" descr="Проводные компьютерные сети 📙 - Информатик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80" y="2258679"/>
            <a:ext cx="398891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73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0644" y="356259"/>
            <a:ext cx="5289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 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компьютерная сеть?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013" y="1294410"/>
            <a:ext cx="47620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Сеть — это когда мы соединяем компьютеры и серверы, чтобы они «общались» между собой. Это позволяет нам вместе пользоваться интернетом, перекидывать файлы и печатать на одном принтере. Главная задача при её постройке — сделать так, чтобы связь была быстрой, надежной и работала без сбоев 24/7.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8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4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 descr="Что такое компьютерные сети. Их разновидности и принципы построени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3716977"/>
            <a:ext cx="4060165" cy="203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Разновидности компьютерных сетей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740" y="3716977"/>
            <a:ext cx="3667125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Кира - скрап - PNG / ПНГ клипарт на прозрачном фоне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526483" y="3941984"/>
            <a:ext cx="1936875" cy="291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66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0644" y="356259"/>
            <a:ext cx="4026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i="1" dirty="0"/>
              <a:t> Модель </a:t>
            </a:r>
            <a:r>
              <a:rPr lang="en-US" sz="2800" b="1" i="1" dirty="0"/>
              <a:t>OSI (</a:t>
            </a:r>
            <a:r>
              <a:rPr lang="ru-RU" sz="2800" b="1" i="1" dirty="0"/>
              <a:t>Слои сети)</a:t>
            </a:r>
            <a:endParaRPr lang="ru-RU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013" y="1294410"/>
            <a:ext cx="546264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разные устройства понимали друг друга, процесс передачи данных делят на 7 уровней. Это как матрешка: программа создает данные, а уровни ниже упаковывают их и превращают в электрический сигнал. Благодаря этой схеме инженеры могут легко найти поломку, понимая, на каком именно этапе «застрял» пакет данных.</a:t>
            </a:r>
          </a:p>
        </p:txBody>
      </p:sp>
      <p:sp>
        <p:nvSpPr>
          <p:cNvPr id="6" name="AutoShape 2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8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800" i="1"/>
          </a:p>
        </p:txBody>
      </p:sp>
      <p:sp>
        <p:nvSpPr>
          <p:cNvPr id="7" name="AutoShape 4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800" i="1"/>
          </a:p>
        </p:txBody>
      </p:sp>
      <p:pic>
        <p:nvPicPr>
          <p:cNvPr id="9218" name="Picture 2" descr="Модель OSI: что это такое, 7 уровней и их протоколы с примерам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931" y="194005"/>
            <a:ext cx="4885777" cy="427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46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0644" y="356259"/>
            <a:ext cx="6073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3: Топология (Схема подключения)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013" y="1294410"/>
            <a:ext cx="476200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рисунок того, как физически соединены провода. Самая популярная схема сегодня — «Звезда». Все устройства втыкаются в один центральный прибор (коммутатор). Это очень удобно: если у одного человека сломается кабель, у всех остальных интернет продолжит работать. Такая сеть легко расширяется и очень надежна.</a:t>
            </a:r>
          </a:p>
        </p:txBody>
      </p:sp>
      <p:sp>
        <p:nvSpPr>
          <p:cNvPr id="6" name="AutoShape 2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8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4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Презентация на тему: Топологии компьютерных сетей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998" y="160338"/>
            <a:ext cx="5983089" cy="469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локальные сети - Презентации по информатике - Информатика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179" y="4264634"/>
            <a:ext cx="3457821" cy="259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Два мужчины целуются Изображения – скачать бесплатно на Freepik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6" descr="Два мужчины целуются Изображения – скачать бесплатно на Freepik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55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0644" y="356259"/>
            <a:ext cx="4437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4: Коммутация пакетов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013" y="1294410"/>
            <a:ext cx="476200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не летят одним куском, они режутся на маленькие части — пакеты. Это позволяет сотням людей пользоваться одним проводом одновременно. Если кусочек потеряется, компьютер просто попросит прислать его еще раз. Это делает сеть эффективной, так как канал связи никогда не простаивает в ожидании.</a:t>
            </a:r>
          </a:p>
        </p:txBody>
      </p:sp>
      <p:sp>
        <p:nvSpPr>
          <p:cNvPr id="6" name="AutoShape 2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8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4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2" name="Picture 4" descr="Коммутация каналов и пакетов - online presen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34" y="160338"/>
            <a:ext cx="508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3.1.4.2 Пакетная коммуникаци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941" y="4064845"/>
            <a:ext cx="38481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36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0644" y="356259"/>
            <a:ext cx="4463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5: Адресация (MAC и IP)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013" y="1294410"/>
            <a:ext cx="476200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данные дошли до адресата, у каждого устройства есть два адреса. MAC-адрес — это несменяемое «имя» железки, данное на заводе. IP-адрес — это временный адрес, как номер квартиры, который выдает сеть. Зная эти два адреса, система точно понимает, какому именно ноутбуку нужно передать информацию.</a:t>
            </a:r>
          </a:p>
        </p:txBody>
      </p:sp>
      <p:sp>
        <p:nvSpPr>
          <p:cNvPr id="6" name="AutoShape 2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8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4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Типы адресов: Физический (MAC-адрес). Сетевой (IP-адрес). Символьный  (DNS-адрес) - online presentati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018" y="356259"/>
            <a:ext cx="3620778" cy="271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13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0644" y="356259"/>
            <a:ext cx="4083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6: Протоколы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013" y="1294410"/>
            <a:ext cx="476200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Протоколы — это правила поведения и «язык» общения в сети. Самый главный из них — TCP/IP. Он следит, чтобы данные дошли без ошибок и в правильном порядке. Без этих правил компьютеры бы просто не поняли, что им прислали, и интернет превратился бы в бесполезный шум.</a:t>
            </a:r>
          </a:p>
        </p:txBody>
      </p:sp>
      <p:sp>
        <p:nvSpPr>
          <p:cNvPr id="6" name="AutoShape 2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8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4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Что такое TCP/IP и как работает этот протокол: уровни и функци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8848" y="926276"/>
            <a:ext cx="4974565" cy="429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67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0644" y="356259"/>
            <a:ext cx="5876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7: Оборудование (Свитч и Роутер)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013" y="1294410"/>
            <a:ext cx="476200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Главные в сети — это коммутатор (свитч) и маршрутизатор (роутер). Свитч соединяет компьютеры внутри одного офиса, чтобы они видели друг друга. Роутер — устройство поумнее, он служит «воротами» в интернет. Он решает, по какому пути отправить ваши данные, чтобы они дошли до другого конца света.</a:t>
            </a:r>
          </a:p>
        </p:txBody>
      </p:sp>
      <p:sp>
        <p:nvSpPr>
          <p:cNvPr id="6" name="AutoShape 2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8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4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Разница между свитчем и роутером — ликбез в 3 разделах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509" y="1021278"/>
            <a:ext cx="5155878" cy="194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ᐈ Чем отличается свитч от роутера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26" y="3371902"/>
            <a:ext cx="3442649" cy="3442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41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0644" y="356259"/>
            <a:ext cx="4052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8: Безопасность сети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013" y="1294410"/>
            <a:ext cx="47620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сеть мало, её нужно защитить. Для этого ставят «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файрволы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(фильтры), которые не пускают вирусы и хакеров. Также данные шифруют, чтобы их нельзя было перехватить по пути. Хорошая сеть должна быть не только быстрой, но и закрытой для чужих людей.</a:t>
            </a:r>
          </a:p>
        </p:txBody>
      </p:sp>
      <p:sp>
        <p:nvSpPr>
          <p:cNvPr id="6" name="AutoShape 2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8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4" descr="Что такое компьютерные сети. Их разновидности и принципы построе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Презентация на тему: &quot;Безопасность в сети Интернет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601" y="587091"/>
            <a:ext cx="2373869" cy="168555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pic>
        <p:nvPicPr>
          <p:cNvPr id="3076" name="Picture 4" descr="Современные файрволы. Описание современных корпоративных firewall от  ведущих производителей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864" y="3289465"/>
            <a:ext cx="4572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Простыми словами о firewall: основные понятия, определения и заблуждени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4864" y="203279"/>
            <a:ext cx="3177846" cy="308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Кира - скрап - PNG / ПНГ клипарт на прозрачном фоне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38410" y="3941984"/>
            <a:ext cx="1936875" cy="291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55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Кира - скрап - PNG / ПНГ клипарт на прозрачном фоне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450774" y="1566919"/>
            <a:ext cx="1936875" cy="291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12169" y="2042555"/>
            <a:ext cx="47386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КОНЕЦ</a:t>
            </a:r>
            <a:endParaRPr lang="ru-RU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89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481</Words>
  <Application>Microsoft Office PowerPoint</Application>
  <PresentationFormat>Широкоэкранный</PresentationFormat>
  <Paragraphs>19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ОБЩИЕ ПРИНЦИПЫ ПОСТРОЕНИЕ СЕТЕЙ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ОБЩИЕ ПРИНЦИПЫ ПОСТРОЕНИЕ СЕТЕЙ</dc:title>
  <dc:creator>Белевитин Евгений Александрович</dc:creator>
  <cp:lastModifiedBy>Белевитин Евгений Александрович</cp:lastModifiedBy>
  <cp:revision>4</cp:revision>
  <dcterms:created xsi:type="dcterms:W3CDTF">2026-04-16T06:55:59Z</dcterms:created>
  <dcterms:modified xsi:type="dcterms:W3CDTF">2026-04-16T07:40:14Z</dcterms:modified>
</cp:coreProperties>
</file>